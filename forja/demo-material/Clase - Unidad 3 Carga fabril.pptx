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Insistir: en esta cátedra decimos carga fabril, no CIF.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base de aplicación que usamos es horas máquina. Si la variación es positiva hay subaplicación.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típico del parcial: dividir por lo vendido. Siempre producción terminada.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Unidad 3: Carga fabril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La carga fabril comprende los costos de producción que no son materia prima ni mano de obra directa.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Ejemplos: energía de fábrica, mantenimiento, depreciación de máquinas, supervisión.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Se aplica a la producción mediante una tasa predeterminada.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Tasa predeterminada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Tasa predeterminada = Carga fabril presupuestada / Horas máquina presupuestadas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Carga fabril aplicada = Tasa predeterminada x Horas máquina reales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Variación = Carga fabril real - Carga fabril aplicada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Subaplicación y sobreaplicación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Subaplicación: la carga fabril real supera a la aplicada.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Sobreaplicación: la carga fabril aplicada supera a la real.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Al cierre, la variación se ajusta contra el costo de ventas.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Costo de producción y costo unitario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Costo de producción = Materia prima + Mano de obra directa + Carga fabril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Costo unitario = Costo de producción / Producción terminada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Costo de ventas = Costo unitario x Unidades vendidas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Mano de obra directa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Costo horario = Básico x (1 + % cargas sociales)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Mano de obra directa = Costo horario x Horas directas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2026-09-24T01:57:40Z</dcterms:created>
  <dcterms:modified xsi:type="dcterms:W3CDTF">2026-09-24T01:57:40Z</dcterms:modified>
</cp:coreProperties>
</file>